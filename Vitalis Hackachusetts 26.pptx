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name, Vitalis. One line: Vitalis connects food and exercise timing to your daily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wearables already cover exercise and recovery. Food, the part you control every day, is missing from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food and exercise, with timing, feed into daily recovery, and the app turns that into a report with suggestions.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is working today: the dashboard, the food scan, the connected data layer and the report and suggestion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logic behind the app. Stress the alignment: recovery on a morning reflects the previous day's meals and workouts.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turns the daily log into a plain-language summary and suggestions. The suggestions on this slide are examples of the kind of advice it gives.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promise, thank the judges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HACKACHUSETTS 26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85702"/>
            <a:ext cx="4447540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Vitalis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3463627"/>
            <a:ext cx="4447540" cy="9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how what you eat, when you eat, and how you train shape your daily recovery.</a:t>
            </a:r>
            <a:endParaRPr lang="en-US" sz="1900" dirty="0"/>
          </a:p>
        </p:txBody>
      </p:sp>
      <p:pic>
        <p:nvPicPr>
          <p:cNvPr id="5" name="Image 0" descr="SLEEP r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7200" y="2334270"/>
            <a:ext cx="1714500" cy="171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76915" y="4124970"/>
            <a:ext cx="6350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FB9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SLEEP</a:t>
            </a:r>
            <a:endParaRPr lang="en-US" sz="1300" dirty="0"/>
          </a:p>
        </p:txBody>
      </p:sp>
      <p:pic>
        <p:nvPicPr>
          <p:cNvPr id="7" name="Image 1" descr="RECOVERY r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8700" y="2334270"/>
            <a:ext cx="1714500" cy="171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9215" y="4124970"/>
            <a:ext cx="10934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</a:t>
            </a:r>
            <a:endParaRPr lang="en-US" sz="1300" dirty="0"/>
          </a:p>
        </p:txBody>
      </p:sp>
      <p:pic>
        <p:nvPicPr>
          <p:cNvPr id="9" name="Image 2" descr="STRAIN r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20200" y="2334270"/>
            <a:ext cx="1714500" cy="171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0618" y="4124970"/>
            <a:ext cx="73366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STRAIN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12800" y="561087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[Team name] · [Team members]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everyday recovery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541935"/>
            <a:ext cx="3380284" cy="1743621"/>
          </a:xfrm>
          <a:prstGeom prst="roundRect">
            <a:avLst>
              <a:gd name="adj" fmla="val 637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279911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Exercise: covered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3205510"/>
            <a:ext cx="2951912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WHOOP already tracks your workouts, strain and heart rate.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09" y="2541935"/>
            <a:ext cx="3380333" cy="1743621"/>
          </a:xfrm>
          <a:prstGeom prst="roundRect">
            <a:avLst>
              <a:gd name="adj" fmla="val 637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279911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Recovery: covered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2984" y="3205510"/>
            <a:ext cx="2951963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scores your recovery, sleep and HRV every morning.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692" y="2541935"/>
            <a:ext cx="3380333" cy="1743621"/>
          </a:xfrm>
          <a:prstGeom prst="roundRect">
            <a:avLst>
              <a:gd name="adj" fmla="val 637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67" y="279911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Food: missing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2867" y="3205510"/>
            <a:ext cx="2951963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eat and when you eat it never reaches your recovery picture.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5511800"/>
            <a:ext cx="1137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recovery score can't tell you which meals, or which meal times, are helping or hurting.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 connect food and training to recovery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045395"/>
            <a:ext cx="3295650" cy="1311870"/>
          </a:xfrm>
          <a:prstGeom prst="roundRect">
            <a:avLst>
              <a:gd name="adj" fmla="val 8471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2277170"/>
            <a:ext cx="291706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7750" y="2630190"/>
            <a:ext cx="291706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eat and what time you eat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3516015"/>
            <a:ext cx="3295650" cy="1311870"/>
          </a:xfrm>
          <a:prstGeom prst="roundRect">
            <a:avLst>
              <a:gd name="adj" fmla="val 8471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3747790"/>
            <a:ext cx="291706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Exercise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47750" y="4100810"/>
            <a:ext cx="291706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do and what time you do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18000" y="3152180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pic>
        <p:nvPicPr>
          <p:cNvPr id="10" name="Image 0" descr="DAILY RECOVERY r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27600" y="2330450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1540" y="4311650"/>
            <a:ext cx="1717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RECOVERY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35800" y="3152180"/>
            <a:ext cx="487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7648575" y="2780705"/>
            <a:ext cx="3727450" cy="1311870"/>
          </a:xfrm>
          <a:prstGeom prst="roundRect">
            <a:avLst>
              <a:gd name="adj" fmla="val 8471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0350" y="3012480"/>
            <a:ext cx="336181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880350" y="3365500"/>
            <a:ext cx="336181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helps you recover, and suggestions to get fitter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 is the missing input. We add it to the exercise data WHOOP already gives.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469555"/>
            <a:ext cx="2482850" cy="1934170"/>
          </a:xfrm>
          <a:prstGeom prst="roundRect">
            <a:avLst>
              <a:gd name="adj" fmla="val 574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2726730"/>
            <a:ext cx="202755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3117850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Recovery, strain and sleep rings in a WHOOP-style app.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2469555"/>
            <a:ext cx="2482850" cy="1934170"/>
          </a:xfrm>
          <a:prstGeom prst="roundRect">
            <a:avLst>
              <a:gd name="adj" fmla="val 574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5550" y="2726730"/>
            <a:ext cx="202755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 scan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65550" y="3117850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 a meal to log what you ate and when.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2469555"/>
            <a:ext cx="2482850" cy="1934170"/>
          </a:xfrm>
          <a:prstGeom prst="roundRect">
            <a:avLst>
              <a:gd name="adj" fmla="val 574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2726730"/>
            <a:ext cx="202755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Connected data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57950" y="3117850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data in WHOOP's format feeds every screen.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2469555"/>
            <a:ext cx="2482850" cy="1934170"/>
          </a:xfrm>
          <a:prstGeom prst="roundRect">
            <a:avLst>
              <a:gd name="adj" fmla="val 574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350" y="2726730"/>
            <a:ext cx="202755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9FB9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 engine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50350" y="3117850"/>
            <a:ext cx="202755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that links meals and workouts to recovery and writes suggestions.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Because the data mirrors WHOOP's, the same app works on a real WHOOP feed.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meal scan to suggestion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562275"/>
            <a:ext cx="1984970" cy="1748681"/>
          </a:xfrm>
          <a:prstGeom prst="roundRect">
            <a:avLst>
              <a:gd name="adj" fmla="val 635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2768650"/>
            <a:ext cx="162302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r>
              <a:rPr lang="en-US" sz="1800" b="1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Scan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2350" y="3144540"/>
            <a:ext cx="162302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 of your meal, with the time logged.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9695" y="2562275"/>
            <a:ext cx="1985020" cy="1748681"/>
          </a:xfrm>
          <a:prstGeom prst="roundRect">
            <a:avLst>
              <a:gd name="adj" fmla="val 635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6070" y="2768650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r>
              <a:rPr lang="en-US" sz="1800" b="1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Identify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66070" y="3144540"/>
            <a:ext cx="162307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Foods and their nutrition are recognized.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03465" y="2562275"/>
            <a:ext cx="1985020" cy="1748681"/>
          </a:xfrm>
          <a:prstGeom prst="roundRect">
            <a:avLst>
              <a:gd name="adj" fmla="val 635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9840" y="2768650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r>
              <a:rPr lang="en-US" sz="1800" b="1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9840" y="3144540"/>
            <a:ext cx="1623070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Meals and workouts matched to each day's recovery.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47235" y="2562275"/>
            <a:ext cx="1985020" cy="1748681"/>
          </a:xfrm>
          <a:prstGeom prst="roundRect">
            <a:avLst>
              <a:gd name="adj" fmla="val 635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3610" y="2768650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r>
              <a:rPr lang="en-US" sz="1800" b="1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Analyze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3610" y="3144540"/>
            <a:ext cx="162307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Patterns in food choices and timing.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91005" y="2562275"/>
            <a:ext cx="1985020" cy="1748681"/>
          </a:xfrm>
          <a:prstGeom prst="roundRect">
            <a:avLst>
              <a:gd name="adj" fmla="val 6355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7380" y="2768650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r>
              <a:rPr lang="en-US" sz="1800" b="1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Suggest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97380" y="3144540"/>
            <a:ext cx="162307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report on what to change.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day is lined up on WHOOP's wake-to-wake cycle, so dinner meets the next morning's recovery.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report: what helps and what hurts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766814"/>
            <a:ext cx="5810250" cy="918170"/>
          </a:xfrm>
          <a:prstGeom prst="roundRect">
            <a:avLst>
              <a:gd name="adj" fmla="val 1210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2973189"/>
            <a:ext cx="555942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Meal timing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2350" y="3247479"/>
            <a:ext cx="55594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dinner and snack times line up with recovery.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3843734"/>
            <a:ext cx="5810250" cy="918170"/>
          </a:xfrm>
          <a:prstGeom prst="roundRect">
            <a:avLst>
              <a:gd name="adj" fmla="val 1210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4050109"/>
            <a:ext cx="555942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 choices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2350" y="4324400"/>
            <a:ext cx="55594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meals come before your best mornings.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4920655"/>
            <a:ext cx="5810250" cy="918170"/>
          </a:xfrm>
          <a:prstGeom prst="roundRect">
            <a:avLst>
              <a:gd name="adj" fmla="val 12103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5127030"/>
            <a:ext cx="555942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Workout timing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2350" y="5401320"/>
            <a:ext cx="55594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you train and how that affects recovery.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37375" y="2766814"/>
            <a:ext cx="4438650" cy="3072011"/>
          </a:xfrm>
          <a:prstGeom prst="roundRect">
            <a:avLst>
              <a:gd name="adj" fmla="val 3617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4550" y="3298329"/>
            <a:ext cx="404202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 SUGGESTIONS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94550" y="3681859"/>
            <a:ext cx="404202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r>
              <a:rPr lang="en-US" sz="1600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Keep protein-rich dinners on training days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4550" y="4362500"/>
            <a:ext cx="404202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E90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r>
              <a:rPr lang="en-US" sz="1600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Move late workouts earlier in the 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94550" y="4779020"/>
            <a:ext cx="404202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r>
              <a:rPr lang="en-US" sz="1600" dirty="0">
                <a:solidFill>
                  <a:srgbClr val="F2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Leave more time between dinner and bed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C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VITALIS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81845"/>
            <a:ext cx="10883392" cy="1122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</a:t>
            </a:r>
            <a:r>
              <a:rPr lang="en-US" sz="3600" b="1" i="0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eat</a:t>
            </a: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600" b="1" i="0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train</a:t>
            </a: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how it shapes your </a:t>
            </a:r>
            <a:r>
              <a:rPr lang="en-US" sz="3600" b="1" i="0" dirty="0">
                <a:solidFill>
                  <a:srgbClr val="16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r>
              <a:rPr lang="en-US" sz="3600" b="1" i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3984625"/>
            <a:ext cx="3380284" cy="720725"/>
          </a:xfrm>
          <a:prstGeom prst="roundRect">
            <a:avLst>
              <a:gd name="adj" fmla="val 15419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  <p:txBody>
          <a:bodyPr wrap="square" lIns="199228" tIns="199228" rIns="111726" bIns="173828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Food: what you eat and when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5809" y="3984625"/>
            <a:ext cx="3380333" cy="720725"/>
          </a:xfrm>
          <a:prstGeom prst="roundRect">
            <a:avLst>
              <a:gd name="adj" fmla="val 15419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  <p:txBody>
          <a:bodyPr wrap="square" lIns="199228" tIns="199228" rIns="111724" bIns="173828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Exercise: what you do and when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95692" y="3984625"/>
            <a:ext cx="3380333" cy="720725"/>
          </a:xfrm>
          <a:prstGeom prst="roundRect">
            <a:avLst>
              <a:gd name="adj" fmla="val 15419"/>
            </a:avLst>
          </a:prstGeom>
          <a:solidFill>
            <a:srgbClr val="1A2028"/>
          </a:solidFill>
          <a:ln w="6350">
            <a:solidFill>
              <a:srgbClr val="20272F"/>
            </a:solidFill>
            <a:prstDash val="solid"/>
          </a:ln>
        </p:spPr>
        <p:txBody>
          <a:bodyPr wrap="square" lIns="199228" tIns="199228" rIns="111724" bIns="173828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1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Recovery: your daily result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561087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[Team name] · [Team members] · 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alis: Hackachusetts 26">
  <a:themeElements>
    <a:clrScheme name="Vitalis: Hackachusetts 26">
      <a:dk1>
        <a:srgbClr val="0B0F14"/>
      </a:dk1>
      <a:lt1>
        <a:srgbClr val="F2F5F7"/>
      </a:lt1>
      <a:dk2>
        <a:srgbClr val="22262B"/>
      </a:dk2>
      <a:lt2>
        <a:srgbClr val="B8BCBE"/>
      </a:lt2>
      <a:accent1>
        <a:srgbClr val="16C47F"/>
      </a:accent1>
      <a:accent2>
        <a:srgbClr val="1E90FF"/>
      </a:accent2>
      <a:accent3>
        <a:srgbClr val="FFC53D"/>
      </a:accent3>
      <a:accent4>
        <a:srgbClr val="9FB9D0"/>
      </a:accent4>
      <a:accent5>
        <a:srgbClr val="C9D1D8"/>
      </a:accent5>
      <a:accent6>
        <a:srgbClr val="9AA6B2"/>
      </a:accent6>
      <a:hlink>
        <a:srgbClr val="0563C1"/>
      </a:hlink>
      <a:folHlink>
        <a:srgbClr val="954F72"/>
      </a:folHlink>
    </a:clrScheme>
    <a:fontScheme name="Vitalis: Hackachusetts 26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Vitalis: Hackachusetts 26</dc:title>
  <dc:subject/>
  <dc:creator/>
  <cp:lastModifiedBy/>
  <cp:revision>1</cp:revision>
  <dcterms:created xsi:type="dcterms:W3CDTF">2026-10-24T23:46:41Z</dcterms:created>
  <dcterms:modified xsi:type="dcterms:W3CDTF">2026-10-24T23:46:41Z</dcterms:modified>
</cp:coreProperties>
</file>